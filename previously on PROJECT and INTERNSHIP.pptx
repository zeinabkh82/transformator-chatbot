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7E4BD-0C25-F4A4-9AC1-832FFB50E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35D5A-0610-B792-6B0F-346095D9E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7E3F4-7B9A-B21E-1613-30ADDE7A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115A-E18D-47C3-9F20-C72BFF35673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268FA-B25A-BAE9-01A5-181633A3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FC6D5-2F27-4775-4DDC-7F3110A10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2334-2EC4-4464-BE33-FE86432D1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5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713C-F20B-A6ED-9724-AF8FE7200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A79A6-6038-F68D-3F13-D99A87FE7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EF1E-9671-E17F-D81C-6AE1FE82A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115A-E18D-47C3-9F20-C72BFF35673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7AE6D-E691-EC05-8094-B7B3B850F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A6381-CB56-5116-0A2A-251C5B1B4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2334-2EC4-4464-BE33-FE86432D1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19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2597-B1C2-FAB7-BB63-28BEC7D5B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A55E1-E7A0-CEC8-45DD-32F4DB759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BFA50-5BE3-B571-5DD5-27E7FA3A8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115A-E18D-47C3-9F20-C72BFF35673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7FE7F-0D87-2059-64F3-C9A37007B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51E7C-1040-A1BA-195E-72586029F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2334-2EC4-4464-BE33-FE86432D1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2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41B54-3F59-A702-C597-1EADEB105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2CB41-02D4-228D-D538-A83791CF13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D16DC-536B-F8F0-6267-5BD21189C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D7678-7D7A-E31B-DF55-E5F10C3E1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115A-E18D-47C3-9F20-C72BFF35673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F7AD1-2722-C96E-9517-2156FEBDE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03E6A-5F2C-3F2E-D54A-22224625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2334-2EC4-4464-BE33-FE86432D1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8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DF295-D4CD-EDEC-71E4-5BEFEC8AE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7707F-6091-551A-4F83-7F2D39D17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82331-20E9-F3CD-0626-B1A5F3926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76030-7F70-F788-8CA3-4998AF3F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53761-2ED8-680E-70C6-C2EA5E982B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61830D-D005-C4D3-210D-5E5FCFB7D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115A-E18D-47C3-9F20-C72BFF35673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848CF6-7333-CBF9-C0A2-ACADE9CDA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FD6A05-0E31-F394-17DA-085146DA8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2334-2EC4-4464-BE33-FE86432D1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5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21A-3759-95D0-FED5-28D8C1EB8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F391D3-52A4-61FB-CF39-580619CCA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115A-E18D-47C3-9F20-C72BFF35673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BC1153-7FCD-EE0B-A86F-0C01C2484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429483-6046-00E3-8BD0-E972671BA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2334-2EC4-4464-BE33-FE86432D1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95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BE0976-6C34-FF7B-46BA-E5D929F1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115A-E18D-47C3-9F20-C72BFF35673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E63576-CCFD-239D-B7EA-28EFC42AC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6F491-4D55-B080-AD8A-454E3AEE9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2334-2EC4-4464-BE33-FE86432D1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44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7531E-894F-B16B-B669-9C3FBB5E0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903D4-1CB1-676E-244B-F96E00B70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9DD2F-EBD3-C648-0BF1-3BB00300F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31A90-EA43-5378-7EC1-512AEBB63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115A-E18D-47C3-9F20-C72BFF35673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667F3-B8AD-32CD-3BFF-5ADCF2E89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264D2-5726-0BE0-8EE0-6EDF48B4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2334-2EC4-4464-BE33-FE86432D1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86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82110-8645-811C-83EF-FCDF4291C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5A493-40CB-5D30-2B61-237B9E2CD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C5256-04C4-D440-C677-69C0008FC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7A4E6-A151-BC66-95C6-69F701213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115A-E18D-47C3-9F20-C72BFF35673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20A2A-2BAF-446F-C9CC-E636F911C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3CA6D-B608-DDC9-9593-6EDFE370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2334-2EC4-4464-BE33-FE86432D1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9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302BE-B73C-BB30-F909-73F5DFF2F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42B66-CBC0-C9E5-3D60-B9B130DBD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27E4D-68B4-BFA8-C7AE-65D60D5B8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115A-E18D-47C3-9F20-C72BFF35673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6D7A9-7A0C-37F8-E229-383C782D8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3F0BC-9CB2-96B4-1750-9AAA04F16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2334-2EC4-4464-BE33-FE86432D1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52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A39719-0629-522F-7DED-ECF7952EAE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4718B-DB0E-78E4-8D06-85862F59F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83EE6-5D8F-B91F-E99A-0A716977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115A-E18D-47C3-9F20-C72BFF35673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8063F-0B67-5746-625F-A504BD5EB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DCC97-1481-F635-81B0-5B691513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2334-2EC4-4464-BE33-FE86432D1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62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561487-0C16-2FAE-9082-04FA12A61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2EDC1-D229-E36F-BE37-06C4AB77E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16E45-AD60-E89A-4683-BDE50648E4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1115A-E18D-47C3-9F20-C72BFF35673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3610A-2490-9E63-79AE-34B521451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9E081-49FB-8DCF-7BE0-BE91C34F4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42334-2EC4-4464-BE33-FE86432D1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1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2AD3A-9AC5-AB2C-280A-87FC970311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استاد راهنما علی امیری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EF01CF-600E-4522-045B-C426F97145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a-IR" dirty="0"/>
              <a:t>تاریخ تقریبی تحویل تابستان </a:t>
            </a:r>
            <a:endParaRPr lang="en-US" dirty="0"/>
          </a:p>
          <a:p>
            <a:r>
              <a:rPr lang="fa-IR" dirty="0"/>
              <a:t>1405</a:t>
            </a:r>
            <a:endParaRPr lang="en-US" dirty="0"/>
          </a:p>
          <a:p>
            <a:r>
              <a:rPr lang="en-US" dirty="0"/>
              <a:t>Don’t think so...</a:t>
            </a:r>
          </a:p>
        </p:txBody>
      </p:sp>
    </p:spTree>
    <p:extLst>
      <p:ext uri="{BB962C8B-B14F-4D97-AF65-F5344CB8AC3E}">
        <p14:creationId xmlns:p14="http://schemas.microsoft.com/office/powerpoint/2010/main" val="69813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36AF3-F5BE-D307-46BF-D1EE2431E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86" y="556951"/>
            <a:ext cx="10515600" cy="5744098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fa-IR" sz="2400" dirty="0"/>
              <a:t>کارآموزی و مقاله فعلا نمیدونم</a:t>
            </a:r>
          </a:p>
          <a:p>
            <a:pPr marL="0" indent="0" algn="r" rtl="1">
              <a:buNone/>
            </a:pPr>
            <a:r>
              <a:rPr lang="fa-IR" sz="2400"/>
              <a:t>پروژه رو پیگیری کردم قرار شده برم آزمایشگاه روبروی امیری.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94279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استاد راهنما علی امیری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zeinab khosravi</dc:creator>
  <cp:lastModifiedBy>zeinab khosravi</cp:lastModifiedBy>
  <cp:revision>5</cp:revision>
  <dcterms:created xsi:type="dcterms:W3CDTF">2026-03-21T05:50:45Z</dcterms:created>
  <dcterms:modified xsi:type="dcterms:W3CDTF">2026-05-22T08:43:58Z</dcterms:modified>
</cp:coreProperties>
</file>